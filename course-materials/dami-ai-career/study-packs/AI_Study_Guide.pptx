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Maths Graduate to AI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CFE2F3"/>
                </a:solidFill>
                <a:latin typeface="Calibri"/>
              </a:rPr>
              <a:t>Month-to-Month Study Guide  |  6-Month Aggressive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ED6F1"/>
                </a:solidFill>
                <a:latin typeface="Calibri"/>
              </a:rPr>
              <a:t>Start: Maths degree + L1 Support + little/no coding  |  ~30+ hrs/week  |  Target: AI Application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Roadmap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194560" cy="20116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1945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Python + Fundamentals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194560"/>
            <a:ext cx="2194560" cy="20116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2194560"/>
            <a:ext cx="21945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17520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LLM Application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194560"/>
            <a:ext cx="2194560" cy="20116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2194560"/>
            <a:ext cx="21945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3017520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Build Portfolio 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59" y="2194560"/>
            <a:ext cx="2194560" cy="20116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59" y="2194560"/>
            <a:ext cx="21945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017520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Polish, Deploy, Go 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94560" cy="201168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2194560"/>
            <a:ext cx="21945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3017520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Apply Hard + 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Then Stage 2 (Months 7-18, while employed): invest the maths -&gt; pivot to ML Engineer / Data Scientist.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Months 1-2: Python +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The make-or-break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Python properly: syntax, data structures, functions, OOP basics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Tools: freeCodeCamp Python OR "Python Crash Course" + daily practice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Git/GitHub, command line, reading docs - push everything from day one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Web basics: APIs, JSON, HTTP requests (requests library)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SQL basics (one week to get started)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MILESTONE: 3-4 small scripts on GitHub (CLI tool, API-calling 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become genuinely comfortable writing code. Do not rush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Month 3: LLM Application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Your specialty starts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OpenAI / Anthropic APIs: prompting, system prompts, tool calling, streaming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RAG: embeddings, vector DBs (Chroma / Pinecone), chunking, evaluation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Agents and multi-step task patterns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 framework: LangChain or LlamaIndex - learn the ideas, do not over-invest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MILESTONE: one deployed LLM app - a "chat with your documents" RAG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build and ship your first real AI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Month 4: Build Portfolio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2-3 products that look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AI support-ticket assistant - knowledge base + answers + suggested replies (sells L1 background)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RAG app over a real dataset with a clean UI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An agent that does a multi-step task (research + summarize)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Each: clean GitHub README, live demo link, write-up of decisions &amp;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projects &gt; certificates. Tie them to support - that is your 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Month 5: Polish, Deploy, Go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Make it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Deploy projects: Render, Railway, Hugging Face Spaces, or Azure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Write 2-3 short blog / LinkedIn posts explaining a project - interview gold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Rewrite CV: "Maths graduate + support engineer building AI applications"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Lead with projects, not coursework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Be ready to discuss: prompt engineering, RAG, hallucination/eval, cost/latency,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a public, credible portfolio and a sharpened CV.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Month 6: Apply Hard + 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Convert effort into offers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Target titles: AI Engineer (junior), AI Application Developer, LLM Engineer,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   Forward-Deployed / Solutions Engineer, AI-focused Support Engineer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Apply broadly: 50-100+ roles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Lean on support -&gt; AI angle for "AI support/automation" roles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Practice: explain your projects, basic Python/SQL, system-design-lite for an LLM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land the first AI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Stage 2: The Pivot (Months 7-18)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FE2F3"/>
                </a:solidFill>
                <a:latin typeface="Calibri"/>
              </a:rPr>
              <a:t>While employed - now use the maths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Statistics &amp; probability for ML; linear algebra refresh (revision for you)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Andrew Ng ML Specialization + Deep Learning Specialization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Move internal projects toward modelling / MLOps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- Title drifts to ML Engineer or Data Scientist - now with production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Goal: grow from AI app developer into a deeper ML/DS role.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Two Things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Do not skip Python fundamentals to rush to LLMs. Shallow framework knowledge with no real coding ability is the #1 failure mode - interviewers catch it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Projects beat certificates. Do courses to learn, but it is the deployed, documented, support-flavoured projects that land the interview.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